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c359c1988_2_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ec359c1988_2_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Presentar el objetivo: entender primero el DOM con JavaScript puro y luego ver cómo Angular hace el mismo trabajo de forma más ordenada.</a:t>
            </a:r>
            <a:endParaRPr/>
          </a:p>
        </p:txBody>
      </p:sp>
      <p:sp>
        <p:nvSpPr>
          <p:cNvPr id="60" name="Google Shape;60;g3ec359c1988_2_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c359c1988_2_2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ec359c1988_2_2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Usar esta diapositiva para explicar la estructura: primero mi compañero muestra DOM puro; después yo muestro Angular y comparamos.</a:t>
            </a:r>
            <a:endParaRPr/>
          </a:p>
        </p:txBody>
      </p:sp>
      <p:sp>
        <p:nvSpPr>
          <p:cNvPr id="74" name="Google Shape;74;g3ec359c1988_2_2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c359c1988_2_4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ec359c1988_2_4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Explicar que DevTools no muestra solo el archivo HTML original, muestra el DOM real que existe en ese momento.</a:t>
            </a:r>
            <a:endParaRPr/>
          </a:p>
        </p:txBody>
      </p:sp>
      <p:sp>
        <p:nvSpPr>
          <p:cNvPr id="98" name="Google Shape;98;g3ec359c1988_2_4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14"/>
          <p:cNvCxnSpPr/>
          <p:nvPr/>
        </p:nvCxnSpPr>
        <p:spPr>
          <a:xfrm>
            <a:off x="377200" y="4834890"/>
            <a:ext cx="83669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14"/>
          <p:cNvSpPr/>
          <p:nvPr/>
        </p:nvSpPr>
        <p:spPr>
          <a:xfrm>
            <a:off x="7372547" y="4882896"/>
            <a:ext cx="1234473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DOM + Angular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377200" y="377190"/>
            <a:ext cx="8387558" cy="4389120"/>
          </a:xfrm>
          <a:prstGeom prst="rect">
            <a:avLst/>
          </a:prstGeom>
          <a:solidFill>
            <a:srgbClr val="0F172A">
              <a:alpha val="0"/>
            </a:srgbClr>
          </a:solidFill>
          <a:ln cap="flat" cmpd="sng" w="152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582946" y="1062990"/>
            <a:ext cx="7406837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b="1" i="0" lang="es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El DOM y cómo Angular lo utiliza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617236" y="1975104"/>
            <a:ext cx="651527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Comparación práctica: JavaScript puro vs Angular 21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617236" y="2846070"/>
            <a:ext cx="1097309" cy="260604"/>
          </a:xfrm>
          <a:prstGeom prst="rect">
            <a:avLst/>
          </a:prstGeom>
          <a:solidFill>
            <a:srgbClr val="FFEDD5"/>
          </a:solidFill>
          <a:ln cap="flat" cmpd="sng" w="9525">
            <a:solidFill>
              <a:srgbClr val="FFEDD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HTML + JS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1851709" y="2846070"/>
            <a:ext cx="994437" cy="260604"/>
          </a:xfrm>
          <a:prstGeom prst="rect">
            <a:avLst/>
          </a:prstGeom>
          <a:solidFill>
            <a:srgbClr val="E0F2FE"/>
          </a:solidFill>
          <a:ln cap="flat" cmpd="sng" w="9525">
            <a:solidFill>
              <a:srgbClr val="E0F2F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DevTools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2983310" y="2846070"/>
            <a:ext cx="960146" cy="260604"/>
          </a:xfrm>
          <a:prstGeom prst="rect">
            <a:avLst/>
          </a:prstGeom>
          <a:solidFill>
            <a:srgbClr val="EDE9FE"/>
          </a:solidFill>
          <a:ln cap="flat" cmpd="sng" w="9525">
            <a:solidFill>
              <a:srgbClr val="EDE9F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Angular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617236" y="3566160"/>
            <a:ext cx="72696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Idea central: el navegador crea el DOM; Angular lo actualiza por nosotros.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i="0" lang="es" sz="21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Ruta de la exposición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Primero vemos el DOM “a mano”, luego la versión Angular.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534938" y="1145286"/>
            <a:ext cx="445782" cy="44577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651527" y="1234440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1028727" y="1200150"/>
            <a:ext cx="2811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 se convierte en DOM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1028727" y="1447038"/>
            <a:ext cx="30861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 navegador transforma etiquetas en nodos.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34938" y="2036826"/>
            <a:ext cx="445782" cy="44577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EA580C"/>
          </a:solidFill>
          <a:ln cap="flat" cmpd="sng" w="12700">
            <a:solidFill>
              <a:srgbClr val="EA580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651527" y="2125980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1028727" y="2091690"/>
            <a:ext cx="2811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JavaScript modifica el DOM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028727" y="2338578"/>
            <a:ext cx="30861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Busca elementos, escucha eventos y cambia contenido.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534938" y="2928366"/>
            <a:ext cx="445782" cy="44577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7C3AED"/>
          </a:solidFill>
          <a:ln cap="flat" cmpd="sng" w="12700">
            <a:solidFill>
              <a:srgbClr val="7C3AE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651527" y="3017520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1028727" y="2983230"/>
            <a:ext cx="2811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Angular organiza el mismo proceso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1028727" y="3230118"/>
            <a:ext cx="30861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Componentes, binding, eventos y estado.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718430" y="1591056"/>
            <a:ext cx="445782" cy="44577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6A34A"/>
          </a:solidFill>
          <a:ln cap="flat" cmpd="sng" w="12700">
            <a:solidFill>
              <a:srgbClr val="16A3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4835019" y="1680210"/>
            <a:ext cx="219462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5212219" y="1645920"/>
            <a:ext cx="28118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DevTools demuestra el cambio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212219" y="1892808"/>
            <a:ext cx="30861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Elements muestra el DOM vivo antes y después.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/>
          <p:nvPr/>
        </p:nvSpPr>
        <p:spPr>
          <a:xfrm>
            <a:off x="445782" y="240030"/>
            <a:ext cx="82984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Play"/>
              <a:buNone/>
            </a:pPr>
            <a:r>
              <a:rPr b="1" i="0" lang="es" sz="21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¿Qué es el DOM?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66356" y="651510"/>
            <a:ext cx="79554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El DOM es la estructura viva que el navegador crea a partir del HTML.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514364" y="1165860"/>
            <a:ext cx="1577382" cy="514350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HTML que escribimos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2571819" y="1165860"/>
            <a:ext cx="1645964" cy="514350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7DD3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Navegador interpreta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697855" y="1165860"/>
            <a:ext cx="1645964" cy="51435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DOM en memoria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6823892" y="1165860"/>
            <a:ext cx="1543091" cy="51435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0" lIns="950" spcFirstLastPara="1" rIns="950" wrap="square" tIns="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UI visible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18"/>
          <p:cNvCxnSpPr/>
          <p:nvPr/>
        </p:nvCxnSpPr>
        <p:spPr>
          <a:xfrm>
            <a:off x="2126037" y="1426464"/>
            <a:ext cx="342909" cy="0"/>
          </a:xfrm>
          <a:prstGeom prst="straightConnector1">
            <a:avLst/>
          </a:prstGeom>
          <a:noFill/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18"/>
          <p:cNvCxnSpPr/>
          <p:nvPr/>
        </p:nvCxnSpPr>
        <p:spPr>
          <a:xfrm>
            <a:off x="4252073" y="1426464"/>
            <a:ext cx="342909" cy="0"/>
          </a:xfrm>
          <a:prstGeom prst="straightConnector1">
            <a:avLst/>
          </a:prstGeom>
          <a:noFill/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" name="Google Shape;108;p18"/>
          <p:cNvCxnSpPr/>
          <p:nvPr/>
        </p:nvCxnSpPr>
        <p:spPr>
          <a:xfrm>
            <a:off x="6378110" y="1426464"/>
            <a:ext cx="342909" cy="0"/>
          </a:xfrm>
          <a:prstGeom prst="straightConnector1">
            <a:avLst/>
          </a:prstGeom>
          <a:noFill/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18"/>
          <p:cNvSpPr/>
          <p:nvPr/>
        </p:nvSpPr>
        <p:spPr>
          <a:xfrm>
            <a:off x="548655" y="2228850"/>
            <a:ext cx="2194619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Ejemplo de árbol DOM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548655" y="2571750"/>
            <a:ext cx="2914728" cy="154305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25" lIns="1525" spcFirstLastPara="1" rIns="1525" wrap="square" tIns="1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└── html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└── body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├── h1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├── 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├── ol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│   └── li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200"/>
              <a:buFont typeface="Courier New"/>
              <a:buNone/>
            </a:pPr>
            <a:r>
              <a:rPr b="0" i="0" lang="es" sz="1200" u="none" cap="none" strike="noStrik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        └── button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252073" y="2503170"/>
            <a:ext cx="3977746" cy="1440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Cada etiqueta se convierte en un nodo.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 nodos forman una jerarquía tipo árbol.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JavaScript puede leer y modificar esos nodos.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Cuando el DOM cambia, la interfaz también cambia.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 txBox="1"/>
          <p:nvPr>
            <p:ph idx="4294967295" type="sldNum"/>
          </p:nvPr>
        </p:nvSpPr>
        <p:spPr>
          <a:xfrm>
            <a:off x="8607019" y="4882896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